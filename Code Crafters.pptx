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3B963-8DB4-4EF8-96E8-5E85D073258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B9330-9FA8-44ED-A44A-9642A4A13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1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B9330-9FA8-44ED-A44A-9642A4A1337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270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B9330-9FA8-44ED-A44A-9642A4A1337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370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B9330-9FA8-44ED-A44A-9642A4A1337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6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 err="1">
                <a:latin typeface="Montserrat" panose="00000500000000000000" pitchFamily="2" charset="0"/>
              </a:rPr>
              <a:t>MarketPrix</a:t>
            </a:r>
            <a:endParaRPr lang="en-IN" b="1" dirty="0">
              <a:latin typeface="Montserrat" panose="000005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445034"/>
            <a:ext cx="5855706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Name: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MarketPrix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Fintech market intelligence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 Crafters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DevCraft: Simon’s Command 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06/04/2026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Domain: 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Fintech/AI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316915" cy="215692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Traditional market analysis is too slow and fragmented, causing businesses to miss the perfect window for expansion. ‘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MarketPrix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 maps city data like a race track, helping you pick the winning market and time your entry for maximum speed.</a:t>
            </a:r>
          </a:p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‘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MarketPrix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  is a smart dashboard that maps city data like a race track, helping entrepreneurs pick the winning market and time their entry for maximum speed."</a:t>
            </a:r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" y="8792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A2422-340E-8474-6CA8-CC69D2C58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IN" dirty="0"/>
              <a:t>Aspiring entrepreneurs choosing the best city to launch a startup</a:t>
            </a:r>
          </a:p>
          <a:p>
            <a:pPr algn="l"/>
            <a:r>
              <a:rPr lang="en-IN" dirty="0"/>
              <a:t>SMEs planning regional expansion or franchise growth</a:t>
            </a:r>
          </a:p>
          <a:p>
            <a:pPr algn="l"/>
            <a:r>
              <a:rPr lang="en-IN" dirty="0"/>
              <a:t>Local investors and incubators scouting high-potential city ecosystems</a:t>
            </a:r>
          </a:p>
          <a:p>
            <a:pPr algn="l"/>
            <a:r>
              <a:rPr lang="en-IN" dirty="0"/>
              <a:t>Students, analysts, and innovation hubs exploring market opportunities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32734-F5D3-955D-986B-0A58CBD1BA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Google Maps: location discovery, but no market opportunity intelligence</a:t>
            </a:r>
          </a:p>
          <a:p>
            <a:r>
              <a:rPr lang="en-IN" dirty="0"/>
              <a:t>Crunchbase / </a:t>
            </a:r>
            <a:r>
              <a:rPr lang="en-IN" dirty="0" err="1"/>
              <a:t>Tracxn</a:t>
            </a:r>
            <a:r>
              <a:rPr lang="en-IN" dirty="0"/>
              <a:t>: startup data, but not city-first and not simplified</a:t>
            </a:r>
          </a:p>
          <a:p>
            <a:r>
              <a:rPr lang="en-IN" dirty="0"/>
              <a:t>Government portals: policy data exists, but fragmented and hard to compare</a:t>
            </a:r>
          </a:p>
          <a:p>
            <a:r>
              <a:rPr lang="en-IN" dirty="0"/>
              <a:t>Consulting reports: useful, but expensive, static, and slow to update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9272C-21BB-FC22-D358-FB4BA9D50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No intuitive dashboard that turns cities into understandable opportunity maps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No F1-style strategy layer combining demand, competition, regulation, growth, and cost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Huge opportunity to simplify local market intelligence for founders and small businesses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Can evolve into a decision engine for expansion, investment, and ecosystem discovery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 err="1"/>
              <a:t>MarketPrix</a:t>
            </a:r>
            <a:r>
              <a:rPr lang="en-IN" dirty="0"/>
              <a:t> is a professional, F1-inspired market intelligence dashboard.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It transforms cities into race tracks and business decisions into race strategy.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Users compare cities through a 'Telemetry View' powered by 5 business sensors.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Goal: help users find the best city to launch, scale, or invest with confidence.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A093E-F6A2-06B2-265C-B880832B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5100" dirty="0"/>
              <a:t>Track Conditions Dashboard with 5 Sensors: Grip, Dirty Air, Track Temp, Sector Times, Fuel Burn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5100" dirty="0"/>
              <a:t>Interactive city selector for Bangalore, Mumbai, and Chennai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5100" dirty="0"/>
              <a:t>Animated circular gauges with F1-inspired visuals and dark neon UI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5100" dirty="0"/>
              <a:t>Future-ready modules: Compare Cities, Race Simulation, Community Insights, Idea Match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06B9-56E0-797C-DD33-8F28BE5FF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Frontend</a:t>
            </a:r>
            <a:r>
              <a:rPr lang="en-IN" dirty="0"/>
              <a:t>: React + Tailwind CSS dashboard with responsive telemetry UI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Data Layer</a:t>
            </a:r>
            <a:r>
              <a:rPr lang="en-IN" dirty="0"/>
              <a:t>: structured city dataset (demand, competition, regulation, growth, cost)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Components</a:t>
            </a:r>
            <a:r>
              <a:rPr lang="en-IN" dirty="0"/>
              <a:t>: Sidebar, Sensor Cards, Gauge Visuals, City Selector, Telemetry Panel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Scalable architecture for integrating APIs, AI scoring, and live regional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9BA1-238F-16C1-81DD-F89092E26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600" dirty="0"/>
              <a:t>React for modular UI development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600" dirty="0"/>
              <a:t>Tailwind CSS for high-contrast dark mode and racing-inspired styling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600" dirty="0" err="1"/>
              <a:t>Lucide</a:t>
            </a:r>
            <a:r>
              <a:rPr lang="en-IN" sz="2600" dirty="0"/>
              <a:t> React icons for clean sensor visuals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600" dirty="0"/>
              <a:t>TypeScript / JSON city data for scalable component-driven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3AC6F-97B4-C038-5116-BCDB0E747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IN" dirty="0"/>
              <a:t>Step 1: User selects a city and industry domain ( mission control) from the sidebar</a:t>
            </a:r>
          </a:p>
          <a:p>
            <a:pPr algn="l"/>
            <a:r>
              <a:rPr lang="en-IN" dirty="0"/>
              <a:t>Step 2: Dashboard loads the city's 5 sensor telemetry</a:t>
            </a:r>
          </a:p>
          <a:p>
            <a:pPr algn="l"/>
            <a:r>
              <a:rPr lang="en-IN" dirty="0"/>
              <a:t>Step 3: Gauges visualize demand, competition, regulation, growth, and cost</a:t>
            </a:r>
          </a:p>
          <a:p>
            <a:pPr algn="l"/>
            <a:r>
              <a:rPr lang="en-IN" dirty="0"/>
              <a:t>Step 4: User compares signals to identify the strongest market opportunity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92949-4812-3723-5970-052C9D70C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Makes local business intelligence easier to understand and act 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Reduces guesswork in market entry and expansion decisions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Supports smarter entrepreneurship, local investment, and ecosystem growth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Creates a memorable and modern user experience with strong hackathon appeal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0CB7A-4CE2-C98F-181A-2955692E4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Expand to more Indian cities and district-level intelligence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Integrate real-time APIs for startups, funding, rents, salaries, and policies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Add AI recommendations for best-fit business ideas per city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Launch investor heatmaps, market alerts, and predictive timing signals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01789" y="3216446"/>
            <a:ext cx="6762172" cy="199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CODE CRAFTERS :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Riya Kiran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Kendadmath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: UI/UX , development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          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Shrustie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Patil : Development and deployment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Anish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Halamandage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: UI/UX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Muppuri Jahnavi Gayathri: Data analysis, documentation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633</Words>
  <Application>Microsoft Office PowerPoint</Application>
  <PresentationFormat>Widescreen</PresentationFormat>
  <Paragraphs>69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Montserrat</vt:lpstr>
      <vt:lpstr>Open sans</vt:lpstr>
      <vt:lpstr>Office Theme</vt:lpstr>
      <vt:lpstr>MarketPrix</vt:lpstr>
      <vt:lpstr>Problem Statement: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Jahnavi Muppuri</cp:lastModifiedBy>
  <cp:revision>22</cp:revision>
  <dcterms:created xsi:type="dcterms:W3CDTF">2026-04-04T11:36:02Z</dcterms:created>
  <dcterms:modified xsi:type="dcterms:W3CDTF">2026-04-06T09:43:23Z</dcterms:modified>
</cp:coreProperties>
</file>